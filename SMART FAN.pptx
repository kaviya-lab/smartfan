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74" d="100"/>
          <a:sy n="74" d="100"/>
        </p:scale>
        <p:origin x="57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17132EAA-13A3-4A32-AB4A-3F59CC4C6DAE}" type="datetimeFigureOut">
              <a:rPr lang="en-IN" smtClean="0"/>
              <a:t>19-Feb-2025</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927D8072-A217-41A2-94D0-258C182877A0}" type="slidenum">
              <a:rPr lang="en-IN" smtClean="0"/>
              <a:t>‹#›</a:t>
            </a:fld>
            <a:endParaRPr lang="en-IN"/>
          </a:p>
        </p:txBody>
      </p:sp>
    </p:spTree>
    <p:extLst>
      <p:ext uri="{BB962C8B-B14F-4D97-AF65-F5344CB8AC3E}">
        <p14:creationId xmlns:p14="http://schemas.microsoft.com/office/powerpoint/2010/main" val="3566642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132EAA-13A3-4A32-AB4A-3F59CC4C6DAE}" type="datetimeFigureOut">
              <a:rPr lang="en-IN" smtClean="0"/>
              <a:t>19-Feb-2025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7D8072-A217-41A2-94D0-258C182877A0}" type="slidenum">
              <a:rPr lang="en-IN" smtClean="0"/>
              <a:t>‹#›</a:t>
            </a:fld>
            <a:endParaRPr lang="en-IN"/>
          </a:p>
        </p:txBody>
      </p:sp>
    </p:spTree>
    <p:extLst>
      <p:ext uri="{BB962C8B-B14F-4D97-AF65-F5344CB8AC3E}">
        <p14:creationId xmlns:p14="http://schemas.microsoft.com/office/powerpoint/2010/main" val="2876404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132EAA-13A3-4A32-AB4A-3F59CC4C6DAE}" type="datetimeFigureOut">
              <a:rPr lang="en-IN" smtClean="0"/>
              <a:t>19-Feb-2025</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27D8072-A217-41A2-94D0-258C182877A0}" type="slidenum">
              <a:rPr lang="en-IN" smtClean="0"/>
              <a:t>‹#›</a:t>
            </a:fld>
            <a:endParaRPr lang="en-IN"/>
          </a:p>
        </p:txBody>
      </p:sp>
    </p:spTree>
    <p:extLst>
      <p:ext uri="{BB962C8B-B14F-4D97-AF65-F5344CB8AC3E}">
        <p14:creationId xmlns:p14="http://schemas.microsoft.com/office/powerpoint/2010/main" val="2851852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7132EAA-13A3-4A32-AB4A-3F59CC4C6DAE}" type="datetimeFigureOut">
              <a:rPr lang="en-IN" smtClean="0"/>
              <a:t>19-Feb-2025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7D8072-A217-41A2-94D0-258C182877A0}" type="slidenum">
              <a:rPr lang="en-IN" smtClean="0"/>
              <a:t>‹#›</a:t>
            </a:fld>
            <a:endParaRPr lang="en-IN"/>
          </a:p>
        </p:txBody>
      </p:sp>
    </p:spTree>
    <p:extLst>
      <p:ext uri="{BB962C8B-B14F-4D97-AF65-F5344CB8AC3E}">
        <p14:creationId xmlns:p14="http://schemas.microsoft.com/office/powerpoint/2010/main" val="1464148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7132EAA-13A3-4A32-AB4A-3F59CC4C6DAE}" type="datetimeFigureOut">
              <a:rPr lang="en-IN" smtClean="0"/>
              <a:t>19-Feb-2025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27D8072-A217-41A2-94D0-258C182877A0}" type="slidenum">
              <a:rPr lang="en-IN" smtClean="0"/>
              <a:t>‹#›</a:t>
            </a:fld>
            <a:endParaRPr lang="en-IN"/>
          </a:p>
        </p:txBody>
      </p:sp>
    </p:spTree>
    <p:extLst>
      <p:ext uri="{BB962C8B-B14F-4D97-AF65-F5344CB8AC3E}">
        <p14:creationId xmlns:p14="http://schemas.microsoft.com/office/powerpoint/2010/main" val="259888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132EAA-13A3-4A32-AB4A-3F59CC4C6DAE}" type="datetimeFigureOut">
              <a:rPr lang="en-IN" smtClean="0"/>
              <a:t>19-Feb-2025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27D8072-A217-41A2-94D0-258C182877A0}" type="slidenum">
              <a:rPr lang="en-IN" smtClean="0"/>
              <a:t>‹#›</a:t>
            </a:fld>
            <a:endParaRPr lang="en-IN"/>
          </a:p>
        </p:txBody>
      </p:sp>
    </p:spTree>
    <p:extLst>
      <p:ext uri="{BB962C8B-B14F-4D97-AF65-F5344CB8AC3E}">
        <p14:creationId xmlns:p14="http://schemas.microsoft.com/office/powerpoint/2010/main" val="645680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132EAA-13A3-4A32-AB4A-3F59CC4C6DAE}" type="datetimeFigureOut">
              <a:rPr lang="en-IN" smtClean="0"/>
              <a:t>19-Feb-2025</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927D8072-A217-41A2-94D0-258C182877A0}" type="slidenum">
              <a:rPr lang="en-IN" smtClean="0"/>
              <a:t>‹#›</a:t>
            </a:fld>
            <a:endParaRPr lang="en-IN"/>
          </a:p>
        </p:txBody>
      </p:sp>
    </p:spTree>
    <p:extLst>
      <p:ext uri="{BB962C8B-B14F-4D97-AF65-F5344CB8AC3E}">
        <p14:creationId xmlns:p14="http://schemas.microsoft.com/office/powerpoint/2010/main" val="2556481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132EAA-13A3-4A32-AB4A-3F59CC4C6DAE}" type="datetimeFigureOut">
              <a:rPr lang="en-IN" smtClean="0"/>
              <a:t>19-Feb-2025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27D8072-A217-41A2-94D0-258C182877A0}" type="slidenum">
              <a:rPr lang="en-IN" smtClean="0"/>
              <a:t>‹#›</a:t>
            </a:fld>
            <a:endParaRPr lang="en-IN"/>
          </a:p>
        </p:txBody>
      </p:sp>
    </p:spTree>
    <p:extLst>
      <p:ext uri="{BB962C8B-B14F-4D97-AF65-F5344CB8AC3E}">
        <p14:creationId xmlns:p14="http://schemas.microsoft.com/office/powerpoint/2010/main" val="2558333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132EAA-13A3-4A32-AB4A-3F59CC4C6DAE}" type="datetimeFigureOut">
              <a:rPr lang="en-IN" smtClean="0"/>
              <a:t>19-Feb-2025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27D8072-A217-41A2-94D0-258C182877A0}" type="slidenum">
              <a:rPr lang="en-IN" smtClean="0"/>
              <a:t>‹#›</a:t>
            </a:fld>
            <a:endParaRPr lang="en-IN"/>
          </a:p>
        </p:txBody>
      </p:sp>
    </p:spTree>
    <p:extLst>
      <p:ext uri="{BB962C8B-B14F-4D97-AF65-F5344CB8AC3E}">
        <p14:creationId xmlns:p14="http://schemas.microsoft.com/office/powerpoint/2010/main" val="2070719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132EAA-13A3-4A32-AB4A-3F59CC4C6DAE}" type="datetimeFigureOut">
              <a:rPr lang="en-IN" smtClean="0"/>
              <a:t>19-Feb-2025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27D8072-A217-41A2-94D0-258C182877A0}" type="slidenum">
              <a:rPr lang="en-IN" smtClean="0"/>
              <a:t>‹#›</a:t>
            </a:fld>
            <a:endParaRPr lang="en-IN"/>
          </a:p>
        </p:txBody>
      </p:sp>
    </p:spTree>
    <p:extLst>
      <p:ext uri="{BB962C8B-B14F-4D97-AF65-F5344CB8AC3E}">
        <p14:creationId xmlns:p14="http://schemas.microsoft.com/office/powerpoint/2010/main" val="2407164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7132EAA-13A3-4A32-AB4A-3F59CC4C6DAE}" type="datetimeFigureOut">
              <a:rPr lang="en-IN" smtClean="0"/>
              <a:t>19-Feb-2025</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27D8072-A217-41A2-94D0-258C182877A0}" type="slidenum">
              <a:rPr lang="en-IN" smtClean="0"/>
              <a:t>‹#›</a:t>
            </a:fld>
            <a:endParaRPr lang="en-IN"/>
          </a:p>
        </p:txBody>
      </p:sp>
    </p:spTree>
    <p:extLst>
      <p:ext uri="{BB962C8B-B14F-4D97-AF65-F5344CB8AC3E}">
        <p14:creationId xmlns:p14="http://schemas.microsoft.com/office/powerpoint/2010/main" val="33213797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7132EAA-13A3-4A32-AB4A-3F59CC4C6DAE}" type="datetimeFigureOut">
              <a:rPr lang="en-IN" smtClean="0"/>
              <a:t>19-Feb-2025</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27D8072-A217-41A2-94D0-258C182877A0}" type="slidenum">
              <a:rPr lang="en-IN" smtClean="0"/>
              <a:t>‹#›</a:t>
            </a:fld>
            <a:endParaRPr lang="en-IN"/>
          </a:p>
        </p:txBody>
      </p:sp>
    </p:spTree>
    <p:extLst>
      <p:ext uri="{BB962C8B-B14F-4D97-AF65-F5344CB8AC3E}">
        <p14:creationId xmlns:p14="http://schemas.microsoft.com/office/powerpoint/2010/main" val="3217924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132EAA-13A3-4A32-AB4A-3F59CC4C6DAE}" type="datetimeFigureOut">
              <a:rPr lang="en-IN" smtClean="0"/>
              <a:t>19-Feb-2025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27D8072-A217-41A2-94D0-258C182877A0}" type="slidenum">
              <a:rPr lang="en-IN" smtClean="0"/>
              <a:t>‹#›</a:t>
            </a:fld>
            <a:endParaRPr lang="en-IN"/>
          </a:p>
        </p:txBody>
      </p:sp>
    </p:spTree>
    <p:extLst>
      <p:ext uri="{BB962C8B-B14F-4D97-AF65-F5344CB8AC3E}">
        <p14:creationId xmlns:p14="http://schemas.microsoft.com/office/powerpoint/2010/main" val="34998832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7132EAA-13A3-4A32-AB4A-3F59CC4C6DAE}" type="datetimeFigureOut">
              <a:rPr lang="en-IN" smtClean="0"/>
              <a:t>19-Feb-2025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27D8072-A217-41A2-94D0-258C182877A0}" type="slidenum">
              <a:rPr lang="en-IN" smtClean="0"/>
              <a:t>‹#›</a:t>
            </a:fld>
            <a:endParaRPr lang="en-IN"/>
          </a:p>
        </p:txBody>
      </p:sp>
    </p:spTree>
    <p:extLst>
      <p:ext uri="{BB962C8B-B14F-4D97-AF65-F5344CB8AC3E}">
        <p14:creationId xmlns:p14="http://schemas.microsoft.com/office/powerpoint/2010/main" val="41737207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7132EAA-13A3-4A32-AB4A-3F59CC4C6DAE}" type="datetimeFigureOut">
              <a:rPr lang="en-IN" smtClean="0"/>
              <a:t>19-Feb-2025</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927D8072-A217-41A2-94D0-258C182877A0}" type="slidenum">
              <a:rPr lang="en-IN" smtClean="0"/>
              <a:t>‹#›</a:t>
            </a:fld>
            <a:endParaRPr lang="en-IN"/>
          </a:p>
        </p:txBody>
      </p:sp>
    </p:spTree>
    <p:extLst>
      <p:ext uri="{BB962C8B-B14F-4D97-AF65-F5344CB8AC3E}">
        <p14:creationId xmlns:p14="http://schemas.microsoft.com/office/powerpoint/2010/main" val="12038713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7132EAA-13A3-4A32-AB4A-3F59CC4C6DAE}" type="datetimeFigureOut">
              <a:rPr lang="en-IN" smtClean="0"/>
              <a:t>19-Feb-2025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7D8072-A217-41A2-94D0-258C182877A0}" type="slidenum">
              <a:rPr lang="en-IN" smtClean="0"/>
              <a:t>‹#›</a:t>
            </a:fld>
            <a:endParaRPr lang="en-IN"/>
          </a:p>
        </p:txBody>
      </p:sp>
    </p:spTree>
    <p:extLst>
      <p:ext uri="{BB962C8B-B14F-4D97-AF65-F5344CB8AC3E}">
        <p14:creationId xmlns:p14="http://schemas.microsoft.com/office/powerpoint/2010/main" val="21380728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17132EAA-13A3-4A32-AB4A-3F59CC4C6DAE}" type="datetimeFigureOut">
              <a:rPr lang="en-IN" smtClean="0"/>
              <a:t>19-Feb-2025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27D8072-A217-41A2-94D0-258C182877A0}" type="slidenum">
              <a:rPr lang="en-IN" smtClean="0"/>
              <a:t>‹#›</a:t>
            </a:fld>
            <a:endParaRPr lang="en-IN"/>
          </a:p>
        </p:txBody>
      </p:sp>
    </p:spTree>
    <p:extLst>
      <p:ext uri="{BB962C8B-B14F-4D97-AF65-F5344CB8AC3E}">
        <p14:creationId xmlns:p14="http://schemas.microsoft.com/office/powerpoint/2010/main" val="1676620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7132EAA-13A3-4A32-AB4A-3F59CC4C6DAE}" type="datetimeFigureOut">
              <a:rPr lang="en-IN" smtClean="0"/>
              <a:t>19-Feb-2025</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927D8072-A217-41A2-94D0-258C182877A0}" type="slidenum">
              <a:rPr lang="en-IN" smtClean="0"/>
              <a:t>‹#›</a:t>
            </a:fld>
            <a:endParaRPr lang="en-IN"/>
          </a:p>
        </p:txBody>
      </p:sp>
    </p:spTree>
    <p:extLst>
      <p:ext uri="{BB962C8B-B14F-4D97-AF65-F5344CB8AC3E}">
        <p14:creationId xmlns:p14="http://schemas.microsoft.com/office/powerpoint/2010/main" val="3144539997"/>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 id="2147483803"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DDD07-B7B1-3AF2-A9A6-B2AB4CBCFB43}"/>
              </a:ext>
            </a:extLst>
          </p:cNvPr>
          <p:cNvSpPr>
            <a:spLocks noGrp="1"/>
          </p:cNvSpPr>
          <p:nvPr>
            <p:ph type="ctrTitle"/>
          </p:nvPr>
        </p:nvSpPr>
        <p:spPr/>
        <p:txBody>
          <a:bodyPr/>
          <a:lstStyle/>
          <a:p>
            <a:r>
              <a:rPr lang="en-IN" dirty="0"/>
              <a:t>SMART FAN</a:t>
            </a:r>
          </a:p>
        </p:txBody>
      </p:sp>
      <p:sp>
        <p:nvSpPr>
          <p:cNvPr id="3" name="Subtitle 2">
            <a:extLst>
              <a:ext uri="{FF2B5EF4-FFF2-40B4-BE49-F238E27FC236}">
                <a16:creationId xmlns:a16="http://schemas.microsoft.com/office/drawing/2014/main" id="{16DB020C-59A5-374E-E034-F855492D9579}"/>
              </a:ext>
            </a:extLst>
          </p:cNvPr>
          <p:cNvSpPr>
            <a:spLocks noGrp="1"/>
          </p:cNvSpPr>
          <p:nvPr>
            <p:ph type="subTitle" idx="1"/>
          </p:nvPr>
        </p:nvSpPr>
        <p:spPr/>
        <p:txBody>
          <a:bodyPr/>
          <a:lstStyle/>
          <a:p>
            <a:r>
              <a:rPr lang="en-IN" dirty="0"/>
              <a:t>ENGINEERING PHYSICS PROJECT</a:t>
            </a:r>
          </a:p>
        </p:txBody>
      </p:sp>
    </p:spTree>
    <p:extLst>
      <p:ext uri="{BB962C8B-B14F-4D97-AF65-F5344CB8AC3E}">
        <p14:creationId xmlns:p14="http://schemas.microsoft.com/office/powerpoint/2010/main" val="887799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00540-7D2F-E86D-65CF-D1C66C04FA35}"/>
              </a:ext>
            </a:extLst>
          </p:cNvPr>
          <p:cNvSpPr>
            <a:spLocks noGrp="1"/>
          </p:cNvSpPr>
          <p:nvPr>
            <p:ph type="title"/>
          </p:nvPr>
        </p:nvSpPr>
        <p:spPr/>
        <p:txBody>
          <a:bodyPr/>
          <a:lstStyle/>
          <a:p>
            <a:r>
              <a:rPr lang="en-IN" dirty="0"/>
              <a:t>PROBLEM STATEMENT</a:t>
            </a:r>
          </a:p>
        </p:txBody>
      </p:sp>
      <p:sp>
        <p:nvSpPr>
          <p:cNvPr id="5" name="Rectangle 2">
            <a:extLst>
              <a:ext uri="{FF2B5EF4-FFF2-40B4-BE49-F238E27FC236}">
                <a16:creationId xmlns:a16="http://schemas.microsoft.com/office/drawing/2014/main" id="{8DE36A0D-D968-6B03-8A53-40F08744F7BE}"/>
              </a:ext>
            </a:extLst>
          </p:cNvPr>
          <p:cNvSpPr>
            <a:spLocks noGrp="1" noChangeArrowheads="1"/>
          </p:cNvSpPr>
          <p:nvPr>
            <p:ph idx="1"/>
          </p:nvPr>
        </p:nvSpPr>
        <p:spPr bwMode="auto">
          <a:xfrm>
            <a:off x="685802" y="2535474"/>
            <a:ext cx="1028699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Traditional fans operate at fixed speeds and require manual control, leading to unnecessary energy consumption when no one is present in the room. Additionally, they do not adapt to changing environmental conditions, resulting in inefficient cooling.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This project aims to develop a </a:t>
            </a:r>
            <a:r>
              <a:rPr kumimoji="0" lang="en-US" altLang="en-US" sz="1800" b="1" i="0" u="none" strike="noStrike" cap="none" normalizeH="0" baseline="0" dirty="0">
                <a:ln>
                  <a:noFill/>
                </a:ln>
                <a:solidFill>
                  <a:schemeClr val="tx1"/>
                </a:solidFill>
                <a:effectLst/>
                <a:latin typeface="Arial" panose="020B0604020202020204" pitchFamily="34" charset="0"/>
              </a:rPr>
              <a:t>Smart Fan System</a:t>
            </a:r>
            <a:r>
              <a:rPr kumimoji="0" lang="en-US" altLang="en-US" sz="1800" b="0" i="0" u="none" strike="noStrike" cap="none" normalizeH="0" baseline="0" dirty="0">
                <a:ln>
                  <a:noFill/>
                </a:ln>
                <a:solidFill>
                  <a:schemeClr val="tx1"/>
                </a:solidFill>
                <a:effectLst/>
                <a:latin typeface="Arial" panose="020B0604020202020204" pitchFamily="34" charset="0"/>
              </a:rPr>
              <a:t> that intelligently detects human presence and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adjusts its speed based on room temperature. Using motion sensors and temperature sensors, the fan will automatically turn off when no one is in the room and regulate airflow for optimal comfort and energy efficiency. This system enhances user convenience, reduces electricity consumption, and contributes to sustainable energy use.</a:t>
            </a:r>
          </a:p>
        </p:txBody>
      </p:sp>
    </p:spTree>
    <p:extLst>
      <p:ext uri="{BB962C8B-B14F-4D97-AF65-F5344CB8AC3E}">
        <p14:creationId xmlns:p14="http://schemas.microsoft.com/office/powerpoint/2010/main" val="2683431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FEEFD-E1CA-26A3-277A-CE773B4643BE}"/>
              </a:ext>
            </a:extLst>
          </p:cNvPr>
          <p:cNvSpPr>
            <a:spLocks noGrp="1"/>
          </p:cNvSpPr>
          <p:nvPr>
            <p:ph type="title"/>
          </p:nvPr>
        </p:nvSpPr>
        <p:spPr/>
        <p:txBody>
          <a:bodyPr/>
          <a:lstStyle/>
          <a:p>
            <a:r>
              <a:rPr lang="en-IN" dirty="0"/>
              <a:t>WORKING PRINCIPLE</a:t>
            </a:r>
          </a:p>
        </p:txBody>
      </p:sp>
      <p:sp>
        <p:nvSpPr>
          <p:cNvPr id="4" name="Rectangle 1">
            <a:extLst>
              <a:ext uri="{FF2B5EF4-FFF2-40B4-BE49-F238E27FC236}">
                <a16:creationId xmlns:a16="http://schemas.microsoft.com/office/drawing/2014/main" id="{A2197D2B-249D-DCCE-1853-7BD655A5C50A}"/>
              </a:ext>
            </a:extLst>
          </p:cNvPr>
          <p:cNvSpPr>
            <a:spLocks noGrp="1" noChangeArrowheads="1"/>
          </p:cNvSpPr>
          <p:nvPr>
            <p:ph idx="1"/>
          </p:nvPr>
        </p:nvSpPr>
        <p:spPr bwMode="auto">
          <a:xfrm>
            <a:off x="685801" y="2512349"/>
            <a:ext cx="1082039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Smart Fan System</a:t>
            </a:r>
            <a:r>
              <a:rPr kumimoji="0" lang="en-US" altLang="en-US" sz="1800" b="0" i="0" u="none" strike="noStrike" cap="none" normalizeH="0" baseline="0" dirty="0">
                <a:ln>
                  <a:noFill/>
                </a:ln>
                <a:solidFill>
                  <a:schemeClr val="tx1"/>
                </a:solidFill>
                <a:effectLst/>
                <a:latin typeface="Arial" panose="020B0604020202020204" pitchFamily="34" charset="0"/>
              </a:rPr>
              <a:t> operates based on sensor inputs to optimize energy consumption and user comfort. It follows these key principles: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1" i="0" u="sng" strike="noStrike" cap="none" normalizeH="0" baseline="0" dirty="0">
                <a:ln>
                  <a:noFill/>
                </a:ln>
                <a:solidFill>
                  <a:schemeClr val="tx1"/>
                </a:solidFill>
                <a:effectLst/>
                <a:latin typeface="Arial" panose="020B0604020202020204" pitchFamily="34" charset="0"/>
              </a:rPr>
              <a:t>Human Presence Detection:</a:t>
            </a:r>
            <a:endParaRPr kumimoji="0" lang="en-US" altLang="en-US" sz="1800" b="0" i="0" u="sng"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PIR (Passive Infrared) sensor</a:t>
            </a:r>
            <a:r>
              <a:rPr kumimoji="0" lang="en-US" altLang="en-US" sz="1800" b="0" i="0" u="none" strike="noStrike" cap="none" normalizeH="0" baseline="0" dirty="0">
                <a:ln>
                  <a:noFill/>
                </a:ln>
                <a:solidFill>
                  <a:schemeClr val="tx1"/>
                </a:solidFill>
                <a:effectLst/>
                <a:latin typeface="Arial" panose="020B0604020202020204" pitchFamily="34" charset="0"/>
              </a:rPr>
              <a:t> detects motion or human presence in the room.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If motion is detected, the fan remains ON; if no movement is detected for a specific duration, the fan automatically turns OFF. </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1" i="0" u="sng" strike="noStrike" cap="none" normalizeH="0" baseline="0" dirty="0">
                <a:ln>
                  <a:noFill/>
                </a:ln>
                <a:solidFill>
                  <a:schemeClr val="tx1"/>
                </a:solidFill>
                <a:effectLst/>
                <a:latin typeface="Arial" panose="020B0604020202020204" pitchFamily="34" charset="0"/>
              </a:rPr>
              <a:t>Temperature-Based Speed Control</a:t>
            </a:r>
            <a:r>
              <a:rPr kumimoji="0" lang="en-US" altLang="en-US" sz="1800" b="1"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DHT11 temperature and humidity sensor</a:t>
            </a:r>
            <a:r>
              <a:rPr kumimoji="0" lang="en-US" altLang="en-US" sz="1800" b="0" i="0" u="none" strike="noStrike" cap="none" normalizeH="0" baseline="0" dirty="0">
                <a:ln>
                  <a:noFill/>
                </a:ln>
                <a:solidFill>
                  <a:schemeClr val="tx1"/>
                </a:solidFill>
                <a:effectLst/>
                <a:latin typeface="Arial" panose="020B0604020202020204" pitchFamily="34" charset="0"/>
              </a:rPr>
              <a:t> measures the room temperature.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Based on predefined temperature thresholds, the fan speed adjusts automatically: </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Low temperature (e.g., &lt; 25°C) </a:t>
            </a:r>
            <a:r>
              <a:rPr kumimoji="0" lang="en-US" altLang="en-US" sz="1800" b="0" i="0" u="none" strike="noStrike" cap="none" normalizeH="0" baseline="0" dirty="0">
                <a:ln>
                  <a:noFill/>
                </a:ln>
                <a:solidFill>
                  <a:schemeClr val="tx1"/>
                </a:solidFill>
                <a:effectLst/>
                <a:latin typeface="Arial" panose="020B0604020202020204" pitchFamily="34" charset="0"/>
              </a:rPr>
              <a:t>→ Low speed </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Moderate temperature (e.g., 25-30°C)</a:t>
            </a:r>
            <a:r>
              <a:rPr kumimoji="0" lang="en-US" altLang="en-US" sz="1800" b="0" i="0" u="none" strike="noStrike" cap="none" normalizeH="0" baseline="0" dirty="0">
                <a:ln>
                  <a:noFill/>
                </a:ln>
                <a:solidFill>
                  <a:schemeClr val="tx1"/>
                </a:solidFill>
                <a:effectLst/>
                <a:latin typeface="Arial" panose="020B0604020202020204" pitchFamily="34" charset="0"/>
              </a:rPr>
              <a:t> → Medium speed </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High temperature (e.g., &gt; 30°C) </a:t>
            </a:r>
            <a:r>
              <a:rPr kumimoji="0" lang="en-US" altLang="en-US" sz="1800" b="0" i="0" u="none" strike="noStrike" cap="none" normalizeH="0" baseline="0" dirty="0">
                <a:ln>
                  <a:noFill/>
                </a:ln>
                <a:solidFill>
                  <a:schemeClr val="tx1"/>
                </a:solidFill>
                <a:effectLst/>
                <a:latin typeface="Arial" panose="020B0604020202020204" pitchFamily="34" charset="0"/>
              </a:rPr>
              <a:t>→ High speed </a:t>
            </a:r>
          </a:p>
        </p:txBody>
      </p:sp>
    </p:spTree>
    <p:extLst>
      <p:ext uri="{BB962C8B-B14F-4D97-AF65-F5344CB8AC3E}">
        <p14:creationId xmlns:p14="http://schemas.microsoft.com/office/powerpoint/2010/main" val="2174057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AB5F120-EF68-F2F0-86C6-9C50233FE0CA}"/>
              </a:ext>
            </a:extLst>
          </p:cNvPr>
          <p:cNvSpPr txBox="1"/>
          <p:nvPr/>
        </p:nvSpPr>
        <p:spPr>
          <a:xfrm>
            <a:off x="1143000" y="2136339"/>
            <a:ext cx="9641541" cy="286232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sng" strike="noStrike" cap="none" normalizeH="0" baseline="0" dirty="0">
                <a:ln>
                  <a:noFill/>
                </a:ln>
                <a:solidFill>
                  <a:schemeClr val="tx1"/>
                </a:solidFill>
                <a:effectLst/>
                <a:latin typeface="Arial" panose="020B0604020202020204" pitchFamily="34" charset="0"/>
              </a:rPr>
              <a:t>Microcontroller Processing:</a:t>
            </a:r>
            <a:endParaRPr kumimoji="0" lang="en-US" altLang="en-US" sz="1800" b="0" i="0" u="sng"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 </a:t>
            </a:r>
            <a:r>
              <a:rPr kumimoji="0" lang="en-US" altLang="en-US" sz="1800" b="1" i="0" u="none" strike="noStrike" cap="none" normalizeH="0" baseline="0" dirty="0">
                <a:ln>
                  <a:noFill/>
                </a:ln>
                <a:solidFill>
                  <a:schemeClr val="tx1"/>
                </a:solidFill>
                <a:effectLst/>
                <a:latin typeface="Arial" panose="020B0604020202020204" pitchFamily="34" charset="0"/>
              </a:rPr>
              <a:t>Arduino UNO</a:t>
            </a:r>
            <a:r>
              <a:rPr kumimoji="0" lang="en-US" altLang="en-US" sz="1800" b="0" i="0" u="none" strike="noStrike" cap="none" normalizeH="0" baseline="0" dirty="0">
                <a:ln>
                  <a:noFill/>
                </a:ln>
                <a:solidFill>
                  <a:schemeClr val="tx1"/>
                </a:solidFill>
                <a:effectLst/>
                <a:latin typeface="Arial" panose="020B0604020202020204" pitchFamily="34" charset="0"/>
              </a:rPr>
              <a:t> processes data from the sensors and controls the fan speed accordingly. </a:t>
            </a: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4. </a:t>
            </a:r>
            <a:r>
              <a:rPr kumimoji="0" lang="en-US" altLang="en-US" sz="1800" b="1" i="0" u="sng" strike="noStrike" cap="none" normalizeH="0" baseline="0" dirty="0">
                <a:ln>
                  <a:noFill/>
                </a:ln>
                <a:solidFill>
                  <a:schemeClr val="tx1"/>
                </a:solidFill>
                <a:effectLst/>
                <a:latin typeface="Arial" panose="020B0604020202020204" pitchFamily="34" charset="0"/>
              </a:rPr>
              <a:t>Motor Speed Control:</a:t>
            </a:r>
            <a:endParaRPr kumimoji="0" lang="en-US" altLang="en-US" sz="1800" b="0" i="0" u="sng"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 </a:t>
            </a:r>
            <a:r>
              <a:rPr kumimoji="0" lang="en-US" altLang="en-US" sz="1800" b="1" i="0" u="none" strike="noStrike" cap="none" normalizeH="0" baseline="0" dirty="0">
                <a:ln>
                  <a:noFill/>
                </a:ln>
                <a:solidFill>
                  <a:schemeClr val="tx1"/>
                </a:solidFill>
                <a:effectLst/>
                <a:latin typeface="Arial" panose="020B0604020202020204" pitchFamily="34" charset="0"/>
              </a:rPr>
              <a:t>relay module (for ON/OFF control)</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with a motor driver</a:t>
            </a:r>
            <a:r>
              <a:rPr kumimoji="0" lang="en-US" altLang="en-US" sz="1800" b="0" i="0" u="none" strike="noStrike" cap="none" normalizeH="0" baseline="0" dirty="0">
                <a:ln>
                  <a:noFill/>
                </a:ln>
                <a:solidFill>
                  <a:schemeClr val="tx1"/>
                </a:solidFill>
                <a:effectLst/>
                <a:latin typeface="Arial" panose="020B0604020202020204" pitchFamily="34" charset="0"/>
              </a:rPr>
              <a:t> regulates the fan speed.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5</a:t>
            </a:r>
            <a:r>
              <a:rPr kumimoji="0" lang="en-US" altLang="en-US" sz="1800" b="1" i="0" u="sng" strike="noStrike" cap="none" normalizeH="0" baseline="0" dirty="0">
                <a:ln>
                  <a:noFill/>
                </a:ln>
                <a:solidFill>
                  <a:schemeClr val="tx1"/>
                </a:solidFill>
                <a:effectLst/>
                <a:latin typeface="Arial" panose="020B0604020202020204" pitchFamily="34" charset="0"/>
              </a:rPr>
              <a:t>. Power Efficiency &amp; Automation</a:t>
            </a:r>
            <a:r>
              <a:rPr kumimoji="0" lang="en-US" altLang="en-US" sz="1800" b="1"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reduces power wastage by ensuring the fan runs only when needed.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operates without manual intervention, providing user convenience and energy savings.</a:t>
            </a:r>
          </a:p>
        </p:txBody>
      </p:sp>
    </p:spTree>
    <p:extLst>
      <p:ext uri="{BB962C8B-B14F-4D97-AF65-F5344CB8AC3E}">
        <p14:creationId xmlns:p14="http://schemas.microsoft.com/office/powerpoint/2010/main" val="559967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46433-E2E8-C341-9F00-1F8FCF8F8D16}"/>
              </a:ext>
            </a:extLst>
          </p:cNvPr>
          <p:cNvSpPr>
            <a:spLocks noGrp="1"/>
          </p:cNvSpPr>
          <p:nvPr>
            <p:ph type="title"/>
          </p:nvPr>
        </p:nvSpPr>
        <p:spPr/>
        <p:txBody>
          <a:bodyPr/>
          <a:lstStyle/>
          <a:p>
            <a:r>
              <a:rPr lang="en-IN" dirty="0"/>
              <a:t>COMPONENTS REQUIRED</a:t>
            </a:r>
          </a:p>
        </p:txBody>
      </p:sp>
      <p:sp>
        <p:nvSpPr>
          <p:cNvPr id="5" name="Rectangle 2">
            <a:extLst>
              <a:ext uri="{FF2B5EF4-FFF2-40B4-BE49-F238E27FC236}">
                <a16:creationId xmlns:a16="http://schemas.microsoft.com/office/drawing/2014/main" id="{4F252195-A207-8397-5E7F-02752097071A}"/>
              </a:ext>
            </a:extLst>
          </p:cNvPr>
          <p:cNvSpPr>
            <a:spLocks noChangeArrowheads="1"/>
          </p:cNvSpPr>
          <p:nvPr/>
        </p:nvSpPr>
        <p:spPr bwMode="auto">
          <a:xfrm>
            <a:off x="954741" y="2297191"/>
            <a:ext cx="8446836" cy="3339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PIR Sensor (HC-SR501)</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1" i="0" u="none" strike="noStrike" cap="none" normalizeH="0" baseline="0" dirty="0">
                <a:ln>
                  <a:noFill/>
                </a:ln>
                <a:solidFill>
                  <a:schemeClr val="tx1"/>
                </a:solidFill>
                <a:effectLst/>
                <a:latin typeface="Arial" panose="020B0604020202020204" pitchFamily="34" charset="0"/>
              </a:rPr>
              <a:t>DHT11 Temperature &amp; Humidity Sensor</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Arduino Uno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1" i="0" u="none" strike="noStrike" cap="none" normalizeH="0" baseline="0" dirty="0">
                <a:ln>
                  <a:noFill/>
                </a:ln>
                <a:solidFill>
                  <a:schemeClr val="tx1"/>
                </a:solidFill>
                <a:effectLst/>
                <a:latin typeface="Arial" panose="020B0604020202020204" pitchFamily="34" charset="0"/>
              </a:rPr>
              <a:t>12V DC Fan </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Relay Module (5V/12V)</a:t>
            </a:r>
            <a:r>
              <a:rPr kumimoji="0" lang="en-US" altLang="en-US" sz="2000" b="0" i="0" u="none" strike="noStrike" cap="none" normalizeH="0" baseline="0" dirty="0">
                <a:ln>
                  <a:noFill/>
                </a:ln>
                <a:solidFill>
                  <a:schemeClr val="tx1"/>
                </a:solidFill>
                <a:effectLst/>
                <a:latin typeface="Arial" panose="020B0604020202020204" pitchFamily="34" charset="0"/>
              </a:rPr>
              <a:t> </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12V/5V Power Adapter</a:t>
            </a:r>
            <a:r>
              <a:rPr kumimoji="0" lang="en-US" altLang="en-US" sz="2000" b="0" i="0" u="none" strike="noStrike" cap="none" normalizeH="0" baseline="0" dirty="0">
                <a:ln>
                  <a:noFill/>
                </a:ln>
                <a:solidFill>
                  <a:schemeClr val="tx1"/>
                </a:solidFill>
                <a:effectLst/>
                <a:latin typeface="Arial" panose="020B0604020202020204" pitchFamily="34" charset="0"/>
              </a:rPr>
              <a:t> </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LCD </a:t>
            </a:r>
            <a:r>
              <a:rPr kumimoji="0" lang="en-US" altLang="en-US" sz="2000" b="0" i="0" u="none" strike="noStrike" cap="none" normalizeH="0" baseline="0" dirty="0">
                <a:ln>
                  <a:noFill/>
                </a:ln>
                <a:solidFill>
                  <a:schemeClr val="tx1"/>
                </a:solidFill>
                <a:effectLst/>
                <a:latin typeface="Arial" panose="020B0604020202020204" pitchFamily="34" charset="0"/>
              </a:rPr>
              <a:t>  </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1" i="0" u="none" strike="noStrike" cap="none" normalizeH="0" baseline="0" dirty="0">
                <a:ln>
                  <a:noFill/>
                </a:ln>
                <a:solidFill>
                  <a:schemeClr val="tx1"/>
                </a:solidFill>
                <a:effectLst/>
                <a:latin typeface="Arial" panose="020B0604020202020204" pitchFamily="34" charset="0"/>
              </a:rPr>
              <a:t>Resistors, Capacitors, Diodes</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1" i="0" u="none" strike="noStrike" cap="none" normalizeH="0" baseline="0" dirty="0">
                <a:ln>
                  <a:noFill/>
                </a:ln>
                <a:solidFill>
                  <a:schemeClr val="tx1"/>
                </a:solidFill>
                <a:effectLst/>
                <a:latin typeface="Arial" panose="020B0604020202020204" pitchFamily="34" charset="0"/>
              </a:rPr>
              <a:t>Breadboard</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000" b="1" i="0" u="none" strike="noStrike" cap="none" normalizeH="0" baseline="0" dirty="0">
                <a:ln>
                  <a:noFill/>
                </a:ln>
                <a:solidFill>
                  <a:schemeClr val="tx1"/>
                </a:solidFill>
                <a:effectLst/>
                <a:latin typeface="Arial" panose="020B0604020202020204" pitchFamily="34" charset="0"/>
              </a:rPr>
              <a:t>Wires &amp; Jumpers</a:t>
            </a:r>
            <a:r>
              <a:rPr kumimoji="0" lang="en-US" altLang="en-US" sz="20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857325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5DA64-5318-0BE5-7DBC-C48F90C6E214}"/>
              </a:ext>
            </a:extLst>
          </p:cNvPr>
          <p:cNvSpPr>
            <a:spLocks noGrp="1"/>
          </p:cNvSpPr>
          <p:nvPr>
            <p:ph type="title"/>
          </p:nvPr>
        </p:nvSpPr>
        <p:spPr/>
        <p:txBody>
          <a:bodyPr/>
          <a:lstStyle/>
          <a:p>
            <a:r>
              <a:rPr lang="en-IN" dirty="0"/>
              <a:t>IMPLEMENTATION</a:t>
            </a:r>
          </a:p>
        </p:txBody>
      </p:sp>
      <p:sp>
        <p:nvSpPr>
          <p:cNvPr id="3" name="Content Placeholder 2">
            <a:extLst>
              <a:ext uri="{FF2B5EF4-FFF2-40B4-BE49-F238E27FC236}">
                <a16:creationId xmlns:a16="http://schemas.microsoft.com/office/drawing/2014/main" id="{8103102B-2BB3-8D2C-DD73-315E0928D567}"/>
              </a:ext>
            </a:extLst>
          </p:cNvPr>
          <p:cNvSpPr>
            <a:spLocks noGrp="1"/>
          </p:cNvSpPr>
          <p:nvPr>
            <p:ph idx="1"/>
          </p:nvPr>
        </p:nvSpPr>
        <p:spPr/>
        <p:txBody>
          <a:bodyPr/>
          <a:lstStyle/>
          <a:p>
            <a:r>
              <a:rPr lang="en-IN" dirty="0"/>
              <a:t>Step 1: Gather Components</a:t>
            </a:r>
          </a:p>
          <a:p>
            <a:r>
              <a:rPr lang="en-US" dirty="0"/>
              <a:t>Step 2: Connect the PIR Sensor (Motion Detection)</a:t>
            </a:r>
            <a:endParaRPr lang="en-IN" dirty="0"/>
          </a:p>
          <a:p>
            <a:r>
              <a:rPr lang="en-US" dirty="0"/>
              <a:t>Step 3: Connect the DHT11/DHT22 Sensor (Temperature Detection)</a:t>
            </a:r>
          </a:p>
          <a:p>
            <a:r>
              <a:rPr lang="en-US" dirty="0"/>
              <a:t>Step 4: Connect the Relay Module (For Fan ON/OFF Control)</a:t>
            </a:r>
          </a:p>
          <a:p>
            <a:r>
              <a:rPr lang="en-US" dirty="0"/>
              <a:t>Step 5: Connect the Motor Driver (For Fan Speed Control - DC Fan Only)</a:t>
            </a:r>
          </a:p>
          <a:p>
            <a:r>
              <a:rPr lang="en-US" dirty="0"/>
              <a:t>Step 6: Power the Circuit</a:t>
            </a:r>
          </a:p>
          <a:p>
            <a:r>
              <a:rPr lang="en-US" dirty="0"/>
              <a:t>Step 7: Upload the Code &amp; Test</a:t>
            </a:r>
          </a:p>
          <a:p>
            <a:endParaRPr lang="en-IN" dirty="0"/>
          </a:p>
          <a:p>
            <a:endParaRPr lang="en-IN" dirty="0"/>
          </a:p>
        </p:txBody>
      </p:sp>
    </p:spTree>
    <p:extLst>
      <p:ext uri="{BB962C8B-B14F-4D97-AF65-F5344CB8AC3E}">
        <p14:creationId xmlns:p14="http://schemas.microsoft.com/office/powerpoint/2010/main" val="2332755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946B-7297-11FA-1918-D70FBB8DE932}"/>
              </a:ext>
            </a:extLst>
          </p:cNvPr>
          <p:cNvSpPr>
            <a:spLocks noGrp="1"/>
          </p:cNvSpPr>
          <p:nvPr>
            <p:ph type="title"/>
          </p:nvPr>
        </p:nvSpPr>
        <p:spPr/>
        <p:txBody>
          <a:bodyPr/>
          <a:lstStyle/>
          <a:p>
            <a:r>
              <a:rPr lang="en-IN" dirty="0"/>
              <a:t>CREDITS:</a:t>
            </a:r>
          </a:p>
        </p:txBody>
      </p:sp>
      <p:sp>
        <p:nvSpPr>
          <p:cNvPr id="3" name="Text Placeholder 2">
            <a:extLst>
              <a:ext uri="{FF2B5EF4-FFF2-40B4-BE49-F238E27FC236}">
                <a16:creationId xmlns:a16="http://schemas.microsoft.com/office/drawing/2014/main" id="{8EEA9C5B-79E8-CC45-20A2-BE5FD48C112B}"/>
              </a:ext>
            </a:extLst>
          </p:cNvPr>
          <p:cNvSpPr>
            <a:spLocks noGrp="1"/>
          </p:cNvSpPr>
          <p:nvPr>
            <p:ph type="body" idx="1"/>
          </p:nvPr>
        </p:nvSpPr>
        <p:spPr>
          <a:xfrm>
            <a:off x="685801" y="4777380"/>
            <a:ext cx="10131426" cy="1095385"/>
          </a:xfrm>
        </p:spPr>
        <p:txBody>
          <a:bodyPr>
            <a:normAutofit fontScale="92500" lnSpcReduction="20000"/>
          </a:bodyPr>
          <a:lstStyle/>
          <a:p>
            <a:r>
              <a:rPr lang="en-IN" dirty="0"/>
              <a:t>KAVIYA L</a:t>
            </a:r>
          </a:p>
          <a:p>
            <a:r>
              <a:rPr lang="en-IN" dirty="0"/>
              <a:t>MERIS TIFFANY GM</a:t>
            </a:r>
          </a:p>
          <a:p>
            <a:r>
              <a:rPr lang="en-IN" dirty="0"/>
              <a:t>NEHA MARY ROBIN </a:t>
            </a:r>
          </a:p>
        </p:txBody>
      </p:sp>
    </p:spTree>
    <p:extLst>
      <p:ext uri="{BB962C8B-B14F-4D97-AF65-F5344CB8AC3E}">
        <p14:creationId xmlns:p14="http://schemas.microsoft.com/office/powerpoint/2010/main" val="27027412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41</TotalTime>
  <Words>468</Words>
  <Application>Microsoft Office PowerPoint</Application>
  <PresentationFormat>Widescreen</PresentationFormat>
  <Paragraphs>53</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Century Gothic</vt:lpstr>
      <vt:lpstr>Wingdings</vt:lpstr>
      <vt:lpstr>Wingdings 3</vt:lpstr>
      <vt:lpstr>Ion Boardroom</vt:lpstr>
      <vt:lpstr>SMART FAN</vt:lpstr>
      <vt:lpstr>PROBLEM STATEMENT</vt:lpstr>
      <vt:lpstr>WORKING PRINCIPLE</vt:lpstr>
      <vt:lpstr>PowerPoint Presentation</vt:lpstr>
      <vt:lpstr>COMPONENTS REQUIRED</vt:lpstr>
      <vt:lpstr>IMPLEMENTATION</vt:lpstr>
      <vt:lpstr>CREDITS: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kavya kavya</dc:creator>
  <cp:lastModifiedBy>kavya kavya</cp:lastModifiedBy>
  <cp:revision>1</cp:revision>
  <dcterms:created xsi:type="dcterms:W3CDTF">2025-02-19T15:25:52Z</dcterms:created>
  <dcterms:modified xsi:type="dcterms:W3CDTF">2025-02-19T16:07:37Z</dcterms:modified>
</cp:coreProperties>
</file>